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</p:sldIdLst>
  <p:sldSz cy="10287000" cx="18288000"/>
  <p:notesSz cx="6858000" cy="9144000"/>
  <p:embeddedFontLst>
    <p:embeddedFont>
      <p:font typeface="Work Sans Medium"/>
      <p:regular r:id="rId7"/>
      <p:bold r:id="rId8"/>
      <p:italic r:id="rId9"/>
      <p:boldItalic r:id="rId10"/>
    </p:embeddedFont>
    <p:embeddedFont>
      <p:font typeface="Work Sans"/>
      <p:regular r:id="rId11"/>
      <p:bold r:id="rId12"/>
      <p:italic r:id="rId13"/>
      <p:boldItalic r:id="rId14"/>
    </p:embeddedFont>
    <p:embeddedFont>
      <p:font typeface="Work Sans SemiBol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WorkSans-regular.fntdata"/><Relationship Id="rId10" Type="http://schemas.openxmlformats.org/officeDocument/2006/relationships/font" Target="fonts/WorkSansMedium-boldItalic.fntdata"/><Relationship Id="rId13" Type="http://schemas.openxmlformats.org/officeDocument/2006/relationships/font" Target="fonts/WorkSans-italic.fntdata"/><Relationship Id="rId12" Type="http://schemas.openxmlformats.org/officeDocument/2006/relationships/font" Target="fonts/Work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WorkSansMedium-italic.fntdata"/><Relationship Id="rId15" Type="http://schemas.openxmlformats.org/officeDocument/2006/relationships/font" Target="fonts/WorkSansSemiBold-regular.fntdata"/><Relationship Id="rId14" Type="http://schemas.openxmlformats.org/officeDocument/2006/relationships/font" Target="fonts/WorkSans-boldItalic.fntdata"/><Relationship Id="rId17" Type="http://schemas.openxmlformats.org/officeDocument/2006/relationships/font" Target="fonts/WorkSansSemiBold-italic.fntdata"/><Relationship Id="rId16" Type="http://schemas.openxmlformats.org/officeDocument/2006/relationships/font" Target="fonts/WorkSa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WorkSansSemiBold-boldItalic.fntdata"/><Relationship Id="rId7" Type="http://schemas.openxmlformats.org/officeDocument/2006/relationships/font" Target="fonts/WorkSansMedium-regular.fntdata"/><Relationship Id="rId8" Type="http://schemas.openxmlformats.org/officeDocument/2006/relationships/font" Target="fonts/Work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f525d66f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1" marL="9144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202122"/>
              </a:buClr>
              <a:buSzPts val="1300"/>
              <a:buChar char="○"/>
            </a:pPr>
            <a:r>
              <a:rPr lang="en-US" sz="1300">
                <a:solidFill>
                  <a:srgbClr val="202122"/>
                </a:solidFill>
                <a:highlight>
                  <a:srgbClr val="FFFFFF"/>
                </a:highlight>
              </a:rPr>
              <a:t>Schema map (tables, fields, and relationships)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300"/>
              <a:buChar char="○"/>
            </a:pPr>
            <a:r>
              <a:rPr lang="en-US" sz="1300">
                <a:solidFill>
                  <a:srgbClr val="202122"/>
                </a:solidFill>
                <a:highlight>
                  <a:srgbClr val="FFFFFF"/>
                </a:highlight>
              </a:rPr>
              <a:t>Evidence of functioning database (e.g., screenshot of schema in Railway, example of initial data loaded)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300"/>
              <a:buChar char="○"/>
            </a:pPr>
            <a:r>
              <a:rPr lang="en-US" sz="1300">
                <a:solidFill>
                  <a:srgbClr val="202122"/>
                </a:solidFill>
                <a:highlight>
                  <a:srgbClr val="FFFFFF"/>
                </a:highlight>
              </a:rPr>
              <a:t>.env file with connection parameters such that grader can connect to your database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300"/>
              <a:buChar char="●"/>
            </a:pPr>
            <a:r>
              <a:rPr lang="en-US" sz="1300">
                <a:solidFill>
                  <a:srgbClr val="202122"/>
                </a:solidFill>
                <a:highlight>
                  <a:srgbClr val="FFFFFF"/>
                </a:highlight>
              </a:rPr>
              <a:t>Presentation: None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300"/>
              <a:buChar char="●"/>
            </a:pPr>
            <a:r>
              <a:rPr lang="en-US" sz="1300">
                <a:solidFill>
                  <a:srgbClr val="202122"/>
                </a:solidFill>
                <a:highlight>
                  <a:srgbClr val="FFFFFF"/>
                </a:highlight>
              </a:rPr>
              <a:t>Notes: Focus is on technical execution and demonstrating a working, well-structured database rather than abstract design diagrams.</a:t>
            </a:r>
            <a:endParaRPr sz="13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7f525d66f6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1555439" y="7618734"/>
            <a:ext cx="8908666" cy="1199441"/>
            <a:chOff x="0" y="-47625"/>
            <a:chExt cx="2346300" cy="315900"/>
          </a:xfrm>
        </p:grpSpPr>
        <p:sp>
          <p:nvSpPr>
            <p:cNvPr id="17" name="Google Shape;17;p3"/>
            <p:cNvSpPr/>
            <p:nvPr/>
          </p:nvSpPr>
          <p:spPr>
            <a:xfrm>
              <a:off x="0" y="0"/>
              <a:ext cx="2346156" cy="268181"/>
            </a:xfrm>
            <a:custGeom>
              <a:rect b="b" l="l" r="r" t="t"/>
              <a:pathLst>
                <a:path extrusionOk="0" h="268181" w="2346156">
                  <a:moveTo>
                    <a:pt x="86909" y="0"/>
                  </a:moveTo>
                  <a:lnTo>
                    <a:pt x="2259247" y="0"/>
                  </a:lnTo>
                  <a:cubicBezTo>
                    <a:pt x="2307246" y="0"/>
                    <a:pt x="2346156" y="38911"/>
                    <a:pt x="2346156" y="86909"/>
                  </a:cubicBezTo>
                  <a:lnTo>
                    <a:pt x="2346156" y="181272"/>
                  </a:lnTo>
                  <a:cubicBezTo>
                    <a:pt x="2346156" y="204322"/>
                    <a:pt x="2337000" y="226428"/>
                    <a:pt x="2320701" y="242726"/>
                  </a:cubicBezTo>
                  <a:cubicBezTo>
                    <a:pt x="2304403" y="259025"/>
                    <a:pt x="2282297" y="268181"/>
                    <a:pt x="2259247" y="268181"/>
                  </a:cubicBezTo>
                  <a:lnTo>
                    <a:pt x="86909" y="268181"/>
                  </a:lnTo>
                  <a:cubicBezTo>
                    <a:pt x="63859" y="268181"/>
                    <a:pt x="41754" y="259025"/>
                    <a:pt x="25455" y="242726"/>
                  </a:cubicBezTo>
                  <a:cubicBezTo>
                    <a:pt x="9156" y="226428"/>
                    <a:pt x="0" y="204322"/>
                    <a:pt x="0" y="181272"/>
                  </a:cubicBezTo>
                  <a:lnTo>
                    <a:pt x="0" y="86909"/>
                  </a:lnTo>
                  <a:cubicBezTo>
                    <a:pt x="0" y="63859"/>
                    <a:pt x="9156" y="41754"/>
                    <a:pt x="25455" y="25455"/>
                  </a:cubicBezTo>
                  <a:cubicBezTo>
                    <a:pt x="41754" y="9156"/>
                    <a:pt x="63859" y="0"/>
                    <a:pt x="869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3"/>
            <p:cNvSpPr txBox="1"/>
            <p:nvPr/>
          </p:nvSpPr>
          <p:spPr>
            <a:xfrm>
              <a:off x="0" y="-47625"/>
              <a:ext cx="234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1361288" y="7412994"/>
            <a:ext cx="8930628" cy="1199441"/>
            <a:chOff x="0" y="-47625"/>
            <a:chExt cx="2352084" cy="315900"/>
          </a:xfrm>
        </p:grpSpPr>
        <p:sp>
          <p:nvSpPr>
            <p:cNvPr id="20" name="Google Shape;20;p3"/>
            <p:cNvSpPr/>
            <p:nvPr/>
          </p:nvSpPr>
          <p:spPr>
            <a:xfrm>
              <a:off x="0" y="0"/>
              <a:ext cx="2352084" cy="268181"/>
            </a:xfrm>
            <a:custGeom>
              <a:rect b="b" l="l" r="r" t="t"/>
              <a:pathLst>
                <a:path extrusionOk="0" h="268181" w="2352084">
                  <a:moveTo>
                    <a:pt x="86690" y="0"/>
                  </a:moveTo>
                  <a:lnTo>
                    <a:pt x="2265394" y="0"/>
                  </a:lnTo>
                  <a:cubicBezTo>
                    <a:pt x="2313271" y="0"/>
                    <a:pt x="2352084" y="38812"/>
                    <a:pt x="2352084" y="86690"/>
                  </a:cubicBezTo>
                  <a:lnTo>
                    <a:pt x="2352084" y="181491"/>
                  </a:lnTo>
                  <a:cubicBezTo>
                    <a:pt x="2352084" y="204483"/>
                    <a:pt x="2342950" y="226533"/>
                    <a:pt x="2326693" y="242790"/>
                  </a:cubicBezTo>
                  <a:cubicBezTo>
                    <a:pt x="2310435" y="259048"/>
                    <a:pt x="2288385" y="268181"/>
                    <a:pt x="2265394" y="268181"/>
                  </a:cubicBezTo>
                  <a:lnTo>
                    <a:pt x="86690" y="268181"/>
                  </a:lnTo>
                  <a:cubicBezTo>
                    <a:pt x="63698" y="268181"/>
                    <a:pt x="41648" y="259048"/>
                    <a:pt x="25391" y="242790"/>
                  </a:cubicBezTo>
                  <a:cubicBezTo>
                    <a:pt x="9133" y="226533"/>
                    <a:pt x="0" y="204483"/>
                    <a:pt x="0" y="181491"/>
                  </a:cubicBezTo>
                  <a:lnTo>
                    <a:pt x="0" y="86690"/>
                  </a:lnTo>
                  <a:cubicBezTo>
                    <a:pt x="0" y="63698"/>
                    <a:pt x="9133" y="41648"/>
                    <a:pt x="25391" y="25391"/>
                  </a:cubicBezTo>
                  <a:cubicBezTo>
                    <a:pt x="41648" y="9133"/>
                    <a:pt x="63698" y="0"/>
                    <a:pt x="86690" y="0"/>
                  </a:cubicBezTo>
                  <a:close/>
                </a:path>
              </a:pathLst>
            </a:custGeom>
            <a:solidFill>
              <a:srgbClr val="DAF3F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 txBox="1"/>
            <p:nvPr/>
          </p:nvSpPr>
          <p:spPr>
            <a:xfrm>
              <a:off x="0" y="-47625"/>
              <a:ext cx="23520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3"/>
          <p:cNvGrpSpPr/>
          <p:nvPr/>
        </p:nvGrpSpPr>
        <p:grpSpPr>
          <a:xfrm>
            <a:off x="11809558" y="1162118"/>
            <a:ext cx="5719331" cy="7881225"/>
            <a:chOff x="0" y="-47625"/>
            <a:chExt cx="1506316" cy="2075700"/>
          </a:xfrm>
        </p:grpSpPr>
        <p:sp>
          <p:nvSpPr>
            <p:cNvPr id="23" name="Google Shape;23;p3"/>
            <p:cNvSpPr/>
            <p:nvPr/>
          </p:nvSpPr>
          <p:spPr>
            <a:xfrm>
              <a:off x="0" y="0"/>
              <a:ext cx="1506316" cy="2027935"/>
            </a:xfrm>
            <a:custGeom>
              <a:rect b="b" l="l" r="r" t="t"/>
              <a:pathLst>
                <a:path extrusionOk="0" h="2027935" w="1506316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 txBox="1"/>
            <p:nvPr/>
          </p:nvSpPr>
          <p:spPr>
            <a:xfrm>
              <a:off x="0" y="-47625"/>
              <a:ext cx="1506300" cy="20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3"/>
          <p:cNvSpPr txBox="1"/>
          <p:nvPr>
            <p:ph type="title"/>
          </p:nvPr>
        </p:nvSpPr>
        <p:spPr>
          <a:xfrm>
            <a:off x="1361300" y="2633925"/>
            <a:ext cx="9027900" cy="42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i="0" sz="120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3"/>
          <p:cNvSpPr/>
          <p:nvPr>
            <p:ph idx="2" type="pic"/>
          </p:nvPr>
        </p:nvSpPr>
        <p:spPr>
          <a:xfrm>
            <a:off x="11492975" y="1060175"/>
            <a:ext cx="5818500" cy="7758000"/>
          </a:xfrm>
          <a:prstGeom prst="roundRect">
            <a:avLst>
              <a:gd fmla="val 39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"/>
          <p:cNvSpPr/>
          <p:nvPr/>
        </p:nvSpPr>
        <p:spPr>
          <a:xfrm>
            <a:off x="1361288" y="1724606"/>
            <a:ext cx="499350" cy="499350"/>
          </a:xfrm>
          <a:custGeom>
            <a:rect b="b" l="l" r="r" t="t"/>
            <a:pathLst>
              <a:path extrusionOk="0" h="665800" w="665800">
                <a:moveTo>
                  <a:pt x="0" y="0"/>
                </a:moveTo>
                <a:lnTo>
                  <a:pt x="665800" y="0"/>
                </a:lnTo>
                <a:lnTo>
                  <a:pt x="665800" y="665800"/>
                </a:lnTo>
                <a:lnTo>
                  <a:pt x="0" y="665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3"/>
          <p:cNvSpPr txBox="1"/>
          <p:nvPr>
            <p:ph idx="3" type="title"/>
          </p:nvPr>
        </p:nvSpPr>
        <p:spPr>
          <a:xfrm>
            <a:off x="2185075" y="1795025"/>
            <a:ext cx="49683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Work Sans SemiBold"/>
              <a:buNone/>
              <a:defRPr i="0" sz="25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3"/>
          <p:cNvSpPr txBox="1"/>
          <p:nvPr>
            <p:ph idx="4" type="title"/>
          </p:nvPr>
        </p:nvSpPr>
        <p:spPr>
          <a:xfrm>
            <a:off x="1679650" y="7925075"/>
            <a:ext cx="8311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None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DAF3FD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1017300" y="1012800"/>
            <a:ext cx="16241100" cy="8261400"/>
          </a:xfrm>
          <a:prstGeom prst="roundRect">
            <a:avLst>
              <a:gd fmla="val 2000" name="adj"/>
            </a:avLst>
          </a:prstGeom>
          <a:solidFill>
            <a:srgbClr val="FEF8FA"/>
          </a:solidFill>
          <a:ln cap="rnd" cmpd="sng" w="1905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" name="Google Shape;32;p4"/>
          <p:cNvGrpSpPr/>
          <p:nvPr/>
        </p:nvGrpSpPr>
        <p:grpSpPr>
          <a:xfrm>
            <a:off x="2785505" y="4648902"/>
            <a:ext cx="3212413" cy="1199441"/>
            <a:chOff x="0" y="-47625"/>
            <a:chExt cx="846062" cy="315900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846062" cy="268181"/>
            </a:xfrm>
            <a:custGeom>
              <a:rect b="b" l="l" r="r" t="t"/>
              <a:pathLst>
                <a:path extrusionOk="0" h="268181" w="846062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 txBox="1"/>
            <p:nvPr/>
          </p:nvSpPr>
          <p:spPr>
            <a:xfrm>
              <a:off x="0" y="-47625"/>
              <a:ext cx="8460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7589947" y="4648902"/>
            <a:ext cx="3212413" cy="1199441"/>
            <a:chOff x="0" y="-47625"/>
            <a:chExt cx="846062" cy="315900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846062" cy="268181"/>
            </a:xfrm>
            <a:custGeom>
              <a:rect b="b" l="l" r="r" t="t"/>
              <a:pathLst>
                <a:path extrusionOk="0" h="268181" w="846062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0" y="-47625"/>
              <a:ext cx="8460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5171901" y="6634893"/>
            <a:ext cx="3212413" cy="1199441"/>
            <a:chOff x="0" y="-47625"/>
            <a:chExt cx="846062" cy="315900"/>
          </a:xfrm>
        </p:grpSpPr>
        <p:sp>
          <p:nvSpPr>
            <p:cNvPr id="39" name="Google Shape;39;p4"/>
            <p:cNvSpPr/>
            <p:nvPr/>
          </p:nvSpPr>
          <p:spPr>
            <a:xfrm>
              <a:off x="0" y="0"/>
              <a:ext cx="846062" cy="268181"/>
            </a:xfrm>
            <a:custGeom>
              <a:rect b="b" l="l" r="r" t="t"/>
              <a:pathLst>
                <a:path extrusionOk="0" h="268181" w="846062">
                  <a:moveTo>
                    <a:pt x="134091" y="0"/>
                  </a:moveTo>
                  <a:lnTo>
                    <a:pt x="711971" y="0"/>
                  </a:lnTo>
                  <a:cubicBezTo>
                    <a:pt x="786027" y="0"/>
                    <a:pt x="846062" y="60034"/>
                    <a:pt x="846062" y="134091"/>
                  </a:cubicBezTo>
                  <a:lnTo>
                    <a:pt x="846062" y="134091"/>
                  </a:lnTo>
                  <a:cubicBezTo>
                    <a:pt x="846062" y="208147"/>
                    <a:pt x="786027" y="268181"/>
                    <a:pt x="71197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0" y="-47625"/>
              <a:ext cx="8460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" name="Google Shape;41;p4"/>
          <p:cNvGrpSpPr/>
          <p:nvPr/>
        </p:nvGrpSpPr>
        <p:grpSpPr>
          <a:xfrm>
            <a:off x="2715491" y="4443162"/>
            <a:ext cx="3220527" cy="1199441"/>
            <a:chOff x="0" y="-47625"/>
            <a:chExt cx="848199" cy="315900"/>
          </a:xfrm>
        </p:grpSpPr>
        <p:sp>
          <p:nvSpPr>
            <p:cNvPr id="42" name="Google Shape;42;p4"/>
            <p:cNvSpPr/>
            <p:nvPr/>
          </p:nvSpPr>
          <p:spPr>
            <a:xfrm>
              <a:off x="0" y="0"/>
              <a:ext cx="848199" cy="268181"/>
            </a:xfrm>
            <a:custGeom>
              <a:rect b="b" l="l" r="r" t="t"/>
              <a:pathLst>
                <a:path extrusionOk="0" h="268181" w="848199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 txBox="1"/>
            <p:nvPr/>
          </p:nvSpPr>
          <p:spPr>
            <a:xfrm>
              <a:off x="0" y="-47625"/>
              <a:ext cx="8481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44;p4"/>
          <p:cNvGrpSpPr/>
          <p:nvPr/>
        </p:nvGrpSpPr>
        <p:grpSpPr>
          <a:xfrm>
            <a:off x="7519933" y="4443162"/>
            <a:ext cx="3220527" cy="1199441"/>
            <a:chOff x="0" y="-47625"/>
            <a:chExt cx="848199" cy="315900"/>
          </a:xfrm>
        </p:grpSpPr>
        <p:sp>
          <p:nvSpPr>
            <p:cNvPr id="45" name="Google Shape;45;p4"/>
            <p:cNvSpPr/>
            <p:nvPr/>
          </p:nvSpPr>
          <p:spPr>
            <a:xfrm>
              <a:off x="0" y="0"/>
              <a:ext cx="848199" cy="268181"/>
            </a:xfrm>
            <a:custGeom>
              <a:rect b="b" l="l" r="r" t="t"/>
              <a:pathLst>
                <a:path extrusionOk="0" h="268181" w="848199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 txBox="1"/>
            <p:nvPr/>
          </p:nvSpPr>
          <p:spPr>
            <a:xfrm>
              <a:off x="0" y="-47625"/>
              <a:ext cx="8481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4"/>
          <p:cNvGrpSpPr/>
          <p:nvPr/>
        </p:nvGrpSpPr>
        <p:grpSpPr>
          <a:xfrm>
            <a:off x="5101887" y="6429153"/>
            <a:ext cx="3220527" cy="1199441"/>
            <a:chOff x="0" y="-47625"/>
            <a:chExt cx="848199" cy="315900"/>
          </a:xfrm>
        </p:grpSpPr>
        <p:sp>
          <p:nvSpPr>
            <p:cNvPr id="48" name="Google Shape;48;p4"/>
            <p:cNvSpPr/>
            <p:nvPr/>
          </p:nvSpPr>
          <p:spPr>
            <a:xfrm>
              <a:off x="0" y="0"/>
              <a:ext cx="848199" cy="268181"/>
            </a:xfrm>
            <a:custGeom>
              <a:rect b="b" l="l" r="r" t="t"/>
              <a:pathLst>
                <a:path extrusionOk="0" h="268181" w="848199">
                  <a:moveTo>
                    <a:pt x="134091" y="0"/>
                  </a:moveTo>
                  <a:lnTo>
                    <a:pt x="714109" y="0"/>
                  </a:lnTo>
                  <a:cubicBezTo>
                    <a:pt x="749672" y="0"/>
                    <a:pt x="783778" y="14127"/>
                    <a:pt x="808925" y="39274"/>
                  </a:cubicBezTo>
                  <a:cubicBezTo>
                    <a:pt x="834072" y="64421"/>
                    <a:pt x="848199" y="98528"/>
                    <a:pt x="848199" y="134091"/>
                  </a:cubicBezTo>
                  <a:lnTo>
                    <a:pt x="848199" y="134091"/>
                  </a:lnTo>
                  <a:cubicBezTo>
                    <a:pt x="848199" y="208147"/>
                    <a:pt x="788165" y="268181"/>
                    <a:pt x="71410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DD7C6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 txBox="1"/>
            <p:nvPr/>
          </p:nvSpPr>
          <p:spPr>
            <a:xfrm>
              <a:off x="0" y="-47625"/>
              <a:ext cx="8481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2022500" y="4648902"/>
            <a:ext cx="3545925" cy="1199441"/>
            <a:chOff x="0" y="-47625"/>
            <a:chExt cx="933900" cy="315900"/>
          </a:xfrm>
        </p:grpSpPr>
        <p:sp>
          <p:nvSpPr>
            <p:cNvPr id="51" name="Google Shape;51;p4"/>
            <p:cNvSpPr/>
            <p:nvPr/>
          </p:nvSpPr>
          <p:spPr>
            <a:xfrm>
              <a:off x="0" y="0"/>
              <a:ext cx="933832" cy="268181"/>
            </a:xfrm>
            <a:custGeom>
              <a:rect b="b" l="l" r="r" t="t"/>
              <a:pathLst>
                <a:path extrusionOk="0" h="268181" w="933832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4"/>
          <p:cNvGrpSpPr/>
          <p:nvPr/>
        </p:nvGrpSpPr>
        <p:grpSpPr>
          <a:xfrm>
            <a:off x="9604454" y="6634893"/>
            <a:ext cx="3545925" cy="1199441"/>
            <a:chOff x="0" y="-47625"/>
            <a:chExt cx="933900" cy="315900"/>
          </a:xfrm>
        </p:grpSpPr>
        <p:sp>
          <p:nvSpPr>
            <p:cNvPr id="54" name="Google Shape;54;p4"/>
            <p:cNvSpPr/>
            <p:nvPr/>
          </p:nvSpPr>
          <p:spPr>
            <a:xfrm>
              <a:off x="0" y="0"/>
              <a:ext cx="933832" cy="268181"/>
            </a:xfrm>
            <a:custGeom>
              <a:rect b="b" l="l" r="r" t="t"/>
              <a:pathLst>
                <a:path extrusionOk="0" h="268181" w="933832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4"/>
          <p:cNvGrpSpPr/>
          <p:nvPr/>
        </p:nvGrpSpPr>
        <p:grpSpPr>
          <a:xfrm>
            <a:off x="12018021" y="4443162"/>
            <a:ext cx="3555037" cy="1199441"/>
            <a:chOff x="0" y="-47625"/>
            <a:chExt cx="936300" cy="315900"/>
          </a:xfrm>
        </p:grpSpPr>
        <p:sp>
          <p:nvSpPr>
            <p:cNvPr id="57" name="Google Shape;57;p4"/>
            <p:cNvSpPr/>
            <p:nvPr/>
          </p:nvSpPr>
          <p:spPr>
            <a:xfrm>
              <a:off x="0" y="0"/>
              <a:ext cx="936191" cy="268181"/>
            </a:xfrm>
            <a:custGeom>
              <a:rect b="b" l="l" r="r" t="t"/>
              <a:pathLst>
                <a:path extrusionOk="0" h="268181" w="936191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E3DAF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 txBox="1"/>
            <p:nvPr/>
          </p:nvSpPr>
          <p:spPr>
            <a:xfrm>
              <a:off x="0" y="-47625"/>
              <a:ext cx="93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4"/>
          <p:cNvGrpSpPr/>
          <p:nvPr/>
        </p:nvGrpSpPr>
        <p:grpSpPr>
          <a:xfrm>
            <a:off x="9599975" y="6429153"/>
            <a:ext cx="3555037" cy="1199441"/>
            <a:chOff x="0" y="-47625"/>
            <a:chExt cx="936300" cy="315900"/>
          </a:xfrm>
        </p:grpSpPr>
        <p:sp>
          <p:nvSpPr>
            <p:cNvPr id="60" name="Google Shape;60;p4"/>
            <p:cNvSpPr/>
            <p:nvPr/>
          </p:nvSpPr>
          <p:spPr>
            <a:xfrm>
              <a:off x="0" y="0"/>
              <a:ext cx="936191" cy="268181"/>
            </a:xfrm>
            <a:custGeom>
              <a:rect b="b" l="l" r="r" t="t"/>
              <a:pathLst>
                <a:path extrusionOk="0" h="268181" w="936191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 txBox="1"/>
            <p:nvPr/>
          </p:nvSpPr>
          <p:spPr>
            <a:xfrm>
              <a:off x="0" y="-47625"/>
              <a:ext cx="93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4"/>
          <p:cNvSpPr txBox="1"/>
          <p:nvPr>
            <p:ph type="title"/>
          </p:nvPr>
        </p:nvSpPr>
        <p:spPr>
          <a:xfrm>
            <a:off x="2030700" y="1802225"/>
            <a:ext cx="142266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None/>
              <a:defRPr i="0" sz="100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63" name="Google Shape;63;p4"/>
          <p:cNvSpPr txBox="1"/>
          <p:nvPr>
            <p:ph idx="2" type="title"/>
          </p:nvPr>
        </p:nvSpPr>
        <p:spPr>
          <a:xfrm>
            <a:off x="3056375" y="4874700"/>
            <a:ext cx="2587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None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4"/>
          <p:cNvSpPr txBox="1"/>
          <p:nvPr>
            <p:ph idx="3" type="title"/>
          </p:nvPr>
        </p:nvSpPr>
        <p:spPr>
          <a:xfrm>
            <a:off x="7836438" y="4874700"/>
            <a:ext cx="2587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None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4"/>
          <p:cNvSpPr txBox="1"/>
          <p:nvPr>
            <p:ph idx="4" type="title"/>
          </p:nvPr>
        </p:nvSpPr>
        <p:spPr>
          <a:xfrm>
            <a:off x="12501775" y="4874700"/>
            <a:ext cx="2587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None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4"/>
          <p:cNvSpPr txBox="1"/>
          <p:nvPr>
            <p:ph idx="5" type="title"/>
          </p:nvPr>
        </p:nvSpPr>
        <p:spPr>
          <a:xfrm>
            <a:off x="10083738" y="6847750"/>
            <a:ext cx="2587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None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4"/>
          <p:cNvSpPr txBox="1"/>
          <p:nvPr>
            <p:ph idx="6" type="title"/>
          </p:nvPr>
        </p:nvSpPr>
        <p:spPr>
          <a:xfrm>
            <a:off x="5418388" y="6847750"/>
            <a:ext cx="25875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None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5"/>
          <p:cNvPicPr preferRelativeResize="0"/>
          <p:nvPr/>
        </p:nvPicPr>
        <p:blipFill rotWithShape="1">
          <a:blip r:embed="rId2">
            <a:alphaModFix/>
          </a:blip>
          <a:srcRect b="0" l="69909" r="0" t="0"/>
          <a:stretch/>
        </p:blipFill>
        <p:spPr>
          <a:xfrm>
            <a:off x="0" y="0"/>
            <a:ext cx="3063848" cy="101345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5"/>
          <p:cNvGrpSpPr/>
          <p:nvPr/>
        </p:nvGrpSpPr>
        <p:grpSpPr>
          <a:xfrm>
            <a:off x="11809558" y="1162118"/>
            <a:ext cx="5719331" cy="7881225"/>
            <a:chOff x="0" y="-47625"/>
            <a:chExt cx="1506316" cy="2075700"/>
          </a:xfrm>
        </p:grpSpPr>
        <p:sp>
          <p:nvSpPr>
            <p:cNvPr id="71" name="Google Shape;71;p5"/>
            <p:cNvSpPr/>
            <p:nvPr/>
          </p:nvSpPr>
          <p:spPr>
            <a:xfrm>
              <a:off x="0" y="0"/>
              <a:ext cx="1506316" cy="2027935"/>
            </a:xfrm>
            <a:custGeom>
              <a:rect b="b" l="l" r="r" t="t"/>
              <a:pathLst>
                <a:path extrusionOk="0" h="2027935" w="1506316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 txBox="1"/>
            <p:nvPr/>
          </p:nvSpPr>
          <p:spPr>
            <a:xfrm>
              <a:off x="0" y="-47625"/>
              <a:ext cx="1506300" cy="20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p5"/>
          <p:cNvSpPr/>
          <p:nvPr>
            <p:ph idx="2" type="pic"/>
          </p:nvPr>
        </p:nvSpPr>
        <p:spPr>
          <a:xfrm>
            <a:off x="11415200" y="982425"/>
            <a:ext cx="5818500" cy="7758000"/>
          </a:xfrm>
          <a:prstGeom prst="roundRect">
            <a:avLst>
              <a:gd fmla="val 39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2244625" y="2005007"/>
            <a:ext cx="82296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Work Sans"/>
              <a:buNone/>
              <a:defRPr b="1" i="0" sz="10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5" name="Google Shape;75;p5"/>
          <p:cNvSpPr txBox="1"/>
          <p:nvPr>
            <p:ph idx="1" type="body"/>
          </p:nvPr>
        </p:nvSpPr>
        <p:spPr>
          <a:xfrm>
            <a:off x="2244625" y="4309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46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746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–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746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746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–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746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»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746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746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746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746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6"/>
          <p:cNvPicPr preferRelativeResize="0"/>
          <p:nvPr/>
        </p:nvPicPr>
        <p:blipFill rotWithShape="1">
          <a:blip r:embed="rId2">
            <a:alphaModFix/>
          </a:blip>
          <a:srcRect b="0" l="0" r="75989" t="0"/>
          <a:stretch/>
        </p:blipFill>
        <p:spPr>
          <a:xfrm>
            <a:off x="15822223" y="-87075"/>
            <a:ext cx="2465773" cy="10221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6"/>
          <p:cNvGrpSpPr/>
          <p:nvPr/>
        </p:nvGrpSpPr>
        <p:grpSpPr>
          <a:xfrm>
            <a:off x="1617633" y="1292730"/>
            <a:ext cx="5719331" cy="7881225"/>
            <a:chOff x="0" y="-47625"/>
            <a:chExt cx="1506316" cy="2075700"/>
          </a:xfrm>
        </p:grpSpPr>
        <p:sp>
          <p:nvSpPr>
            <p:cNvPr id="79" name="Google Shape;79;p6"/>
            <p:cNvSpPr/>
            <p:nvPr/>
          </p:nvSpPr>
          <p:spPr>
            <a:xfrm>
              <a:off x="0" y="0"/>
              <a:ext cx="1506316" cy="2027935"/>
            </a:xfrm>
            <a:custGeom>
              <a:rect b="b" l="l" r="r" t="t"/>
              <a:pathLst>
                <a:path extrusionOk="0" h="2027935" w="1506316">
                  <a:moveTo>
                    <a:pt x="40609" y="0"/>
                  </a:moveTo>
                  <a:lnTo>
                    <a:pt x="1465707" y="0"/>
                  </a:lnTo>
                  <a:cubicBezTo>
                    <a:pt x="1488135" y="0"/>
                    <a:pt x="1506316" y="18181"/>
                    <a:pt x="1506316" y="40609"/>
                  </a:cubicBezTo>
                  <a:lnTo>
                    <a:pt x="1506316" y="1987325"/>
                  </a:lnTo>
                  <a:cubicBezTo>
                    <a:pt x="1506316" y="1998096"/>
                    <a:pt x="1502037" y="2008425"/>
                    <a:pt x="1494422" y="2016041"/>
                  </a:cubicBezTo>
                  <a:cubicBezTo>
                    <a:pt x="1486806" y="2023657"/>
                    <a:pt x="1476477" y="2027935"/>
                    <a:pt x="1465707" y="2027935"/>
                  </a:cubicBezTo>
                  <a:lnTo>
                    <a:pt x="40609" y="2027935"/>
                  </a:lnTo>
                  <a:cubicBezTo>
                    <a:pt x="29839" y="2027935"/>
                    <a:pt x="19510" y="2023657"/>
                    <a:pt x="11894" y="2016041"/>
                  </a:cubicBezTo>
                  <a:cubicBezTo>
                    <a:pt x="4278" y="2008425"/>
                    <a:pt x="0" y="1998096"/>
                    <a:pt x="0" y="1987325"/>
                  </a:cubicBezTo>
                  <a:lnTo>
                    <a:pt x="0" y="40609"/>
                  </a:lnTo>
                  <a:cubicBezTo>
                    <a:pt x="0" y="29839"/>
                    <a:pt x="4278" y="19510"/>
                    <a:pt x="11894" y="11894"/>
                  </a:cubicBezTo>
                  <a:cubicBezTo>
                    <a:pt x="19510" y="4278"/>
                    <a:pt x="29839" y="0"/>
                    <a:pt x="40609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6"/>
            <p:cNvSpPr txBox="1"/>
            <p:nvPr/>
          </p:nvSpPr>
          <p:spPr>
            <a:xfrm>
              <a:off x="0" y="-47625"/>
              <a:ext cx="1506300" cy="207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6"/>
          <p:cNvSpPr/>
          <p:nvPr>
            <p:ph idx="2" type="pic"/>
          </p:nvPr>
        </p:nvSpPr>
        <p:spPr>
          <a:xfrm>
            <a:off x="1223275" y="1113038"/>
            <a:ext cx="5818500" cy="7758000"/>
          </a:xfrm>
          <a:prstGeom prst="roundRect">
            <a:avLst>
              <a:gd fmla="val 39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"/>
          <p:cNvSpPr txBox="1"/>
          <p:nvPr>
            <p:ph type="title"/>
          </p:nvPr>
        </p:nvSpPr>
        <p:spPr>
          <a:xfrm>
            <a:off x="8411450" y="2005007"/>
            <a:ext cx="82296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None/>
              <a:defRPr i="0" sz="100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6"/>
          <p:cNvSpPr txBox="1"/>
          <p:nvPr>
            <p:ph idx="1" type="body"/>
          </p:nvPr>
        </p:nvSpPr>
        <p:spPr>
          <a:xfrm>
            <a:off x="8411450" y="4309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46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746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–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746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746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–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746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»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746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746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746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746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Work Sans"/>
              <a:buChar char="•"/>
              <a:defRPr i="0" sz="23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7"/>
          <p:cNvGrpSpPr/>
          <p:nvPr/>
        </p:nvGrpSpPr>
        <p:grpSpPr>
          <a:xfrm>
            <a:off x="1342165" y="1162118"/>
            <a:ext cx="4290224" cy="3467329"/>
            <a:chOff x="0" y="-47625"/>
            <a:chExt cx="1129928" cy="913200"/>
          </a:xfrm>
        </p:grpSpPr>
        <p:sp>
          <p:nvSpPr>
            <p:cNvPr id="86" name="Google Shape;86;p7"/>
            <p:cNvSpPr/>
            <p:nvPr/>
          </p:nvSpPr>
          <p:spPr>
            <a:xfrm>
              <a:off x="0" y="0"/>
              <a:ext cx="1129928" cy="865560"/>
            </a:xfrm>
            <a:custGeom>
              <a:rect b="b" l="l" r="r" t="t"/>
              <a:pathLst>
                <a:path extrusionOk="0" h="865560" w="1129928">
                  <a:moveTo>
                    <a:pt x="54137" y="0"/>
                  </a:moveTo>
                  <a:lnTo>
                    <a:pt x="1075791" y="0"/>
                  </a:lnTo>
                  <a:cubicBezTo>
                    <a:pt x="1090149" y="0"/>
                    <a:pt x="1103919" y="5704"/>
                    <a:pt x="1114072" y="15856"/>
                  </a:cubicBezTo>
                  <a:cubicBezTo>
                    <a:pt x="1124224" y="26009"/>
                    <a:pt x="1129928" y="39779"/>
                    <a:pt x="1129928" y="54137"/>
                  </a:cubicBezTo>
                  <a:lnTo>
                    <a:pt x="1129928" y="811423"/>
                  </a:lnTo>
                  <a:cubicBezTo>
                    <a:pt x="1129928" y="825781"/>
                    <a:pt x="1124224" y="839551"/>
                    <a:pt x="1114072" y="849703"/>
                  </a:cubicBezTo>
                  <a:cubicBezTo>
                    <a:pt x="1103919" y="859856"/>
                    <a:pt x="1090149" y="865560"/>
                    <a:pt x="1075791" y="865560"/>
                  </a:cubicBezTo>
                  <a:lnTo>
                    <a:pt x="54137" y="865560"/>
                  </a:lnTo>
                  <a:cubicBezTo>
                    <a:pt x="39779" y="865560"/>
                    <a:pt x="26009" y="859856"/>
                    <a:pt x="15856" y="849703"/>
                  </a:cubicBezTo>
                  <a:cubicBezTo>
                    <a:pt x="5704" y="839551"/>
                    <a:pt x="0" y="825781"/>
                    <a:pt x="0" y="811423"/>
                  </a:cubicBezTo>
                  <a:lnTo>
                    <a:pt x="0" y="54137"/>
                  </a:lnTo>
                  <a:cubicBezTo>
                    <a:pt x="0" y="39779"/>
                    <a:pt x="5704" y="26009"/>
                    <a:pt x="15856" y="15856"/>
                  </a:cubicBezTo>
                  <a:cubicBezTo>
                    <a:pt x="26009" y="5704"/>
                    <a:pt x="39779" y="0"/>
                    <a:pt x="54137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7"/>
            <p:cNvSpPr txBox="1"/>
            <p:nvPr/>
          </p:nvSpPr>
          <p:spPr>
            <a:xfrm>
              <a:off x="0" y="-47625"/>
              <a:ext cx="1129800" cy="9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7"/>
          <p:cNvGrpSpPr/>
          <p:nvPr/>
        </p:nvGrpSpPr>
        <p:grpSpPr>
          <a:xfrm>
            <a:off x="7155635" y="1162118"/>
            <a:ext cx="4290224" cy="3467329"/>
            <a:chOff x="0" y="-47625"/>
            <a:chExt cx="1129928" cy="913200"/>
          </a:xfrm>
        </p:grpSpPr>
        <p:sp>
          <p:nvSpPr>
            <p:cNvPr id="89" name="Google Shape;89;p7"/>
            <p:cNvSpPr/>
            <p:nvPr/>
          </p:nvSpPr>
          <p:spPr>
            <a:xfrm>
              <a:off x="0" y="0"/>
              <a:ext cx="1129928" cy="865560"/>
            </a:xfrm>
            <a:custGeom>
              <a:rect b="b" l="l" r="r" t="t"/>
              <a:pathLst>
                <a:path extrusionOk="0" h="865560" w="1129928">
                  <a:moveTo>
                    <a:pt x="54137" y="0"/>
                  </a:moveTo>
                  <a:lnTo>
                    <a:pt x="1075791" y="0"/>
                  </a:lnTo>
                  <a:cubicBezTo>
                    <a:pt x="1090149" y="0"/>
                    <a:pt x="1103919" y="5704"/>
                    <a:pt x="1114072" y="15856"/>
                  </a:cubicBezTo>
                  <a:cubicBezTo>
                    <a:pt x="1124224" y="26009"/>
                    <a:pt x="1129928" y="39779"/>
                    <a:pt x="1129928" y="54137"/>
                  </a:cubicBezTo>
                  <a:lnTo>
                    <a:pt x="1129928" y="811423"/>
                  </a:lnTo>
                  <a:cubicBezTo>
                    <a:pt x="1129928" y="825781"/>
                    <a:pt x="1124224" y="839551"/>
                    <a:pt x="1114072" y="849703"/>
                  </a:cubicBezTo>
                  <a:cubicBezTo>
                    <a:pt x="1103919" y="859856"/>
                    <a:pt x="1090149" y="865560"/>
                    <a:pt x="1075791" y="865560"/>
                  </a:cubicBezTo>
                  <a:lnTo>
                    <a:pt x="54137" y="865560"/>
                  </a:lnTo>
                  <a:cubicBezTo>
                    <a:pt x="39779" y="865560"/>
                    <a:pt x="26009" y="859856"/>
                    <a:pt x="15856" y="849703"/>
                  </a:cubicBezTo>
                  <a:cubicBezTo>
                    <a:pt x="5704" y="839551"/>
                    <a:pt x="0" y="825781"/>
                    <a:pt x="0" y="811423"/>
                  </a:cubicBezTo>
                  <a:lnTo>
                    <a:pt x="0" y="54137"/>
                  </a:lnTo>
                  <a:cubicBezTo>
                    <a:pt x="0" y="39779"/>
                    <a:pt x="5704" y="26009"/>
                    <a:pt x="15856" y="15856"/>
                  </a:cubicBezTo>
                  <a:cubicBezTo>
                    <a:pt x="26009" y="5704"/>
                    <a:pt x="39779" y="0"/>
                    <a:pt x="54137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7"/>
            <p:cNvSpPr txBox="1"/>
            <p:nvPr/>
          </p:nvSpPr>
          <p:spPr>
            <a:xfrm>
              <a:off x="0" y="-47625"/>
              <a:ext cx="1129800" cy="9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7"/>
          <p:cNvGrpSpPr/>
          <p:nvPr/>
        </p:nvGrpSpPr>
        <p:grpSpPr>
          <a:xfrm>
            <a:off x="1412425" y="4927481"/>
            <a:ext cx="3545925" cy="1199441"/>
            <a:chOff x="0" y="-47625"/>
            <a:chExt cx="933900" cy="315900"/>
          </a:xfrm>
        </p:grpSpPr>
        <p:sp>
          <p:nvSpPr>
            <p:cNvPr id="92" name="Google Shape;92;p7"/>
            <p:cNvSpPr/>
            <p:nvPr/>
          </p:nvSpPr>
          <p:spPr>
            <a:xfrm>
              <a:off x="0" y="0"/>
              <a:ext cx="933832" cy="268181"/>
            </a:xfrm>
            <a:custGeom>
              <a:rect b="b" l="l" r="r" t="t"/>
              <a:pathLst>
                <a:path extrusionOk="0" h="268181" w="933832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7"/>
          <p:cNvGrpSpPr/>
          <p:nvPr/>
        </p:nvGrpSpPr>
        <p:grpSpPr>
          <a:xfrm>
            <a:off x="7225895" y="4927481"/>
            <a:ext cx="3545925" cy="1199441"/>
            <a:chOff x="0" y="-47625"/>
            <a:chExt cx="933900" cy="315900"/>
          </a:xfrm>
        </p:grpSpPr>
        <p:sp>
          <p:nvSpPr>
            <p:cNvPr id="95" name="Google Shape;95;p7"/>
            <p:cNvSpPr/>
            <p:nvPr/>
          </p:nvSpPr>
          <p:spPr>
            <a:xfrm>
              <a:off x="0" y="0"/>
              <a:ext cx="933832" cy="268181"/>
            </a:xfrm>
            <a:custGeom>
              <a:rect b="b" l="l" r="r" t="t"/>
              <a:pathLst>
                <a:path extrusionOk="0" h="268181" w="933832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7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7"/>
          <p:cNvGrpSpPr/>
          <p:nvPr/>
        </p:nvGrpSpPr>
        <p:grpSpPr>
          <a:xfrm>
            <a:off x="1407946" y="4721741"/>
            <a:ext cx="3555037" cy="1199441"/>
            <a:chOff x="0" y="-47625"/>
            <a:chExt cx="936300" cy="315900"/>
          </a:xfrm>
        </p:grpSpPr>
        <p:sp>
          <p:nvSpPr>
            <p:cNvPr id="98" name="Google Shape;98;p7"/>
            <p:cNvSpPr/>
            <p:nvPr/>
          </p:nvSpPr>
          <p:spPr>
            <a:xfrm>
              <a:off x="0" y="0"/>
              <a:ext cx="936191" cy="268181"/>
            </a:xfrm>
            <a:custGeom>
              <a:rect b="b" l="l" r="r" t="t"/>
              <a:pathLst>
                <a:path extrusionOk="0" h="268181" w="936191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7"/>
            <p:cNvSpPr txBox="1"/>
            <p:nvPr/>
          </p:nvSpPr>
          <p:spPr>
            <a:xfrm>
              <a:off x="0" y="-47625"/>
              <a:ext cx="93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7221416" y="4721741"/>
            <a:ext cx="3555037" cy="1199441"/>
            <a:chOff x="0" y="-47625"/>
            <a:chExt cx="936300" cy="315900"/>
          </a:xfrm>
        </p:grpSpPr>
        <p:sp>
          <p:nvSpPr>
            <p:cNvPr id="101" name="Google Shape;101;p7"/>
            <p:cNvSpPr/>
            <p:nvPr/>
          </p:nvSpPr>
          <p:spPr>
            <a:xfrm>
              <a:off x="0" y="0"/>
              <a:ext cx="936191" cy="268181"/>
            </a:xfrm>
            <a:custGeom>
              <a:rect b="b" l="l" r="r" t="t"/>
              <a:pathLst>
                <a:path extrusionOk="0" h="268181" w="936191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7"/>
            <p:cNvSpPr txBox="1"/>
            <p:nvPr/>
          </p:nvSpPr>
          <p:spPr>
            <a:xfrm>
              <a:off x="0" y="-47625"/>
              <a:ext cx="93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12969105" y="1162118"/>
            <a:ext cx="4290224" cy="3467329"/>
            <a:chOff x="0" y="-47625"/>
            <a:chExt cx="1129928" cy="913200"/>
          </a:xfrm>
        </p:grpSpPr>
        <p:sp>
          <p:nvSpPr>
            <p:cNvPr id="104" name="Google Shape;104;p7"/>
            <p:cNvSpPr/>
            <p:nvPr/>
          </p:nvSpPr>
          <p:spPr>
            <a:xfrm>
              <a:off x="0" y="0"/>
              <a:ext cx="1129928" cy="865560"/>
            </a:xfrm>
            <a:custGeom>
              <a:rect b="b" l="l" r="r" t="t"/>
              <a:pathLst>
                <a:path extrusionOk="0" h="865560" w="1129928">
                  <a:moveTo>
                    <a:pt x="54137" y="0"/>
                  </a:moveTo>
                  <a:lnTo>
                    <a:pt x="1075791" y="0"/>
                  </a:lnTo>
                  <a:cubicBezTo>
                    <a:pt x="1090149" y="0"/>
                    <a:pt x="1103919" y="5704"/>
                    <a:pt x="1114072" y="15856"/>
                  </a:cubicBezTo>
                  <a:cubicBezTo>
                    <a:pt x="1124224" y="26009"/>
                    <a:pt x="1129928" y="39779"/>
                    <a:pt x="1129928" y="54137"/>
                  </a:cubicBezTo>
                  <a:lnTo>
                    <a:pt x="1129928" y="811423"/>
                  </a:lnTo>
                  <a:cubicBezTo>
                    <a:pt x="1129928" y="825781"/>
                    <a:pt x="1124224" y="839551"/>
                    <a:pt x="1114072" y="849703"/>
                  </a:cubicBezTo>
                  <a:cubicBezTo>
                    <a:pt x="1103919" y="859856"/>
                    <a:pt x="1090149" y="865560"/>
                    <a:pt x="1075791" y="865560"/>
                  </a:cubicBezTo>
                  <a:lnTo>
                    <a:pt x="54137" y="865560"/>
                  </a:lnTo>
                  <a:cubicBezTo>
                    <a:pt x="39779" y="865560"/>
                    <a:pt x="26009" y="859856"/>
                    <a:pt x="15856" y="849703"/>
                  </a:cubicBezTo>
                  <a:cubicBezTo>
                    <a:pt x="5704" y="839551"/>
                    <a:pt x="0" y="825781"/>
                    <a:pt x="0" y="811423"/>
                  </a:cubicBezTo>
                  <a:lnTo>
                    <a:pt x="0" y="54137"/>
                  </a:lnTo>
                  <a:cubicBezTo>
                    <a:pt x="0" y="39779"/>
                    <a:pt x="5704" y="26009"/>
                    <a:pt x="15856" y="15856"/>
                  </a:cubicBezTo>
                  <a:cubicBezTo>
                    <a:pt x="26009" y="5704"/>
                    <a:pt x="39779" y="0"/>
                    <a:pt x="54137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0" y="-47625"/>
              <a:ext cx="1129800" cy="9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13039366" y="4927481"/>
            <a:ext cx="3545925" cy="1199441"/>
            <a:chOff x="0" y="-47625"/>
            <a:chExt cx="933900" cy="315900"/>
          </a:xfrm>
        </p:grpSpPr>
        <p:sp>
          <p:nvSpPr>
            <p:cNvPr id="107" name="Google Shape;107;p7"/>
            <p:cNvSpPr/>
            <p:nvPr/>
          </p:nvSpPr>
          <p:spPr>
            <a:xfrm>
              <a:off x="0" y="0"/>
              <a:ext cx="933832" cy="268181"/>
            </a:xfrm>
            <a:custGeom>
              <a:rect b="b" l="l" r="r" t="t"/>
              <a:pathLst>
                <a:path extrusionOk="0" h="268181" w="933832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7"/>
          <p:cNvGrpSpPr/>
          <p:nvPr/>
        </p:nvGrpSpPr>
        <p:grpSpPr>
          <a:xfrm>
            <a:off x="13034887" y="4721741"/>
            <a:ext cx="3555037" cy="1199441"/>
            <a:chOff x="0" y="-47625"/>
            <a:chExt cx="936300" cy="315900"/>
          </a:xfrm>
        </p:grpSpPr>
        <p:sp>
          <p:nvSpPr>
            <p:cNvPr id="110" name="Google Shape;110;p7"/>
            <p:cNvSpPr/>
            <p:nvPr/>
          </p:nvSpPr>
          <p:spPr>
            <a:xfrm>
              <a:off x="0" y="0"/>
              <a:ext cx="936191" cy="268181"/>
            </a:xfrm>
            <a:custGeom>
              <a:rect b="b" l="l" r="r" t="t"/>
              <a:pathLst>
                <a:path extrusionOk="0" h="268181" w="936191">
                  <a:moveTo>
                    <a:pt x="134091" y="0"/>
                  </a:moveTo>
                  <a:lnTo>
                    <a:pt x="802100" y="0"/>
                  </a:lnTo>
                  <a:cubicBezTo>
                    <a:pt x="876156" y="0"/>
                    <a:pt x="936191" y="60034"/>
                    <a:pt x="936191" y="134091"/>
                  </a:cubicBezTo>
                  <a:lnTo>
                    <a:pt x="936191" y="134091"/>
                  </a:lnTo>
                  <a:cubicBezTo>
                    <a:pt x="936191" y="169654"/>
                    <a:pt x="922063" y="203760"/>
                    <a:pt x="896917" y="228907"/>
                  </a:cubicBezTo>
                  <a:cubicBezTo>
                    <a:pt x="871770" y="254054"/>
                    <a:pt x="837663" y="268181"/>
                    <a:pt x="802100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7"/>
            <p:cNvSpPr txBox="1"/>
            <p:nvPr/>
          </p:nvSpPr>
          <p:spPr>
            <a:xfrm>
              <a:off x="0" y="-47625"/>
              <a:ext cx="93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1028700" y="6491975"/>
            <a:ext cx="46038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13" name="Google Shape;113;p7"/>
          <p:cNvSpPr txBox="1"/>
          <p:nvPr>
            <p:ph idx="2" type="body"/>
          </p:nvPr>
        </p:nvSpPr>
        <p:spPr>
          <a:xfrm>
            <a:off x="6724950" y="6491975"/>
            <a:ext cx="46038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3" type="body"/>
          </p:nvPr>
        </p:nvSpPr>
        <p:spPr>
          <a:xfrm>
            <a:off x="12510500" y="6491975"/>
            <a:ext cx="46038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15" name="Google Shape;115;p7"/>
          <p:cNvSpPr txBox="1"/>
          <p:nvPr>
            <p:ph type="title"/>
          </p:nvPr>
        </p:nvSpPr>
        <p:spPr>
          <a:xfrm>
            <a:off x="1603425" y="5164325"/>
            <a:ext cx="32040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6" name="Google Shape;116;p7"/>
          <p:cNvSpPr txBox="1"/>
          <p:nvPr>
            <p:ph idx="4" type="title"/>
          </p:nvPr>
        </p:nvSpPr>
        <p:spPr>
          <a:xfrm>
            <a:off x="7424850" y="5164325"/>
            <a:ext cx="32040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7" name="Google Shape;117;p7"/>
          <p:cNvSpPr txBox="1"/>
          <p:nvPr>
            <p:ph idx="5" type="title"/>
          </p:nvPr>
        </p:nvSpPr>
        <p:spPr>
          <a:xfrm>
            <a:off x="13190450" y="5164325"/>
            <a:ext cx="32040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8" name="Google Shape;118;p7"/>
          <p:cNvSpPr/>
          <p:nvPr>
            <p:ph idx="6" type="pic"/>
          </p:nvPr>
        </p:nvSpPr>
        <p:spPr>
          <a:xfrm>
            <a:off x="1223275" y="1113050"/>
            <a:ext cx="4170300" cy="3283500"/>
          </a:xfrm>
          <a:prstGeom prst="roundRect">
            <a:avLst>
              <a:gd fmla="val 39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"/>
          <p:cNvSpPr/>
          <p:nvPr>
            <p:ph idx="7" type="pic"/>
          </p:nvPr>
        </p:nvSpPr>
        <p:spPr>
          <a:xfrm>
            <a:off x="7058850" y="1113050"/>
            <a:ext cx="4170300" cy="3283500"/>
          </a:xfrm>
          <a:prstGeom prst="roundRect">
            <a:avLst>
              <a:gd fmla="val 39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"/>
          <p:cNvSpPr/>
          <p:nvPr>
            <p:ph idx="8" type="pic"/>
          </p:nvPr>
        </p:nvSpPr>
        <p:spPr>
          <a:xfrm>
            <a:off x="12894425" y="1113050"/>
            <a:ext cx="4170300" cy="3283500"/>
          </a:xfrm>
          <a:prstGeom prst="roundRect">
            <a:avLst>
              <a:gd fmla="val 39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8"/>
          <p:cNvGrpSpPr/>
          <p:nvPr/>
        </p:nvGrpSpPr>
        <p:grpSpPr>
          <a:xfrm>
            <a:off x="4307498" y="1162118"/>
            <a:ext cx="4290224" cy="3467329"/>
            <a:chOff x="0" y="-47625"/>
            <a:chExt cx="1129928" cy="913200"/>
          </a:xfrm>
        </p:grpSpPr>
        <p:sp>
          <p:nvSpPr>
            <p:cNvPr id="123" name="Google Shape;123;p8"/>
            <p:cNvSpPr/>
            <p:nvPr/>
          </p:nvSpPr>
          <p:spPr>
            <a:xfrm>
              <a:off x="0" y="0"/>
              <a:ext cx="1129928" cy="865560"/>
            </a:xfrm>
            <a:custGeom>
              <a:rect b="b" l="l" r="r" t="t"/>
              <a:pathLst>
                <a:path extrusionOk="0" h="865560" w="1129928">
                  <a:moveTo>
                    <a:pt x="54137" y="0"/>
                  </a:moveTo>
                  <a:lnTo>
                    <a:pt x="1075791" y="0"/>
                  </a:lnTo>
                  <a:cubicBezTo>
                    <a:pt x="1090149" y="0"/>
                    <a:pt x="1103919" y="5704"/>
                    <a:pt x="1114072" y="15856"/>
                  </a:cubicBezTo>
                  <a:cubicBezTo>
                    <a:pt x="1124224" y="26009"/>
                    <a:pt x="1129928" y="39779"/>
                    <a:pt x="1129928" y="54137"/>
                  </a:cubicBezTo>
                  <a:lnTo>
                    <a:pt x="1129928" y="811423"/>
                  </a:lnTo>
                  <a:cubicBezTo>
                    <a:pt x="1129928" y="825781"/>
                    <a:pt x="1124224" y="839551"/>
                    <a:pt x="1114072" y="849703"/>
                  </a:cubicBezTo>
                  <a:cubicBezTo>
                    <a:pt x="1103919" y="859856"/>
                    <a:pt x="1090149" y="865560"/>
                    <a:pt x="1075791" y="865560"/>
                  </a:cubicBezTo>
                  <a:lnTo>
                    <a:pt x="54137" y="865560"/>
                  </a:lnTo>
                  <a:cubicBezTo>
                    <a:pt x="39779" y="865560"/>
                    <a:pt x="26009" y="859856"/>
                    <a:pt x="15856" y="849703"/>
                  </a:cubicBezTo>
                  <a:cubicBezTo>
                    <a:pt x="5704" y="839551"/>
                    <a:pt x="0" y="825781"/>
                    <a:pt x="0" y="811423"/>
                  </a:cubicBezTo>
                  <a:lnTo>
                    <a:pt x="0" y="54137"/>
                  </a:lnTo>
                  <a:cubicBezTo>
                    <a:pt x="0" y="39779"/>
                    <a:pt x="5704" y="26009"/>
                    <a:pt x="15856" y="15856"/>
                  </a:cubicBezTo>
                  <a:cubicBezTo>
                    <a:pt x="26009" y="5704"/>
                    <a:pt x="39779" y="0"/>
                    <a:pt x="54137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8"/>
            <p:cNvSpPr txBox="1"/>
            <p:nvPr/>
          </p:nvSpPr>
          <p:spPr>
            <a:xfrm>
              <a:off x="0" y="-47625"/>
              <a:ext cx="1129800" cy="9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8"/>
          <p:cNvGrpSpPr/>
          <p:nvPr/>
        </p:nvGrpSpPr>
        <p:grpSpPr>
          <a:xfrm>
            <a:off x="4377758" y="4927481"/>
            <a:ext cx="3545925" cy="1199441"/>
            <a:chOff x="0" y="-47625"/>
            <a:chExt cx="933900" cy="315900"/>
          </a:xfrm>
        </p:grpSpPr>
        <p:sp>
          <p:nvSpPr>
            <p:cNvPr id="126" name="Google Shape;126;p8"/>
            <p:cNvSpPr/>
            <p:nvPr/>
          </p:nvSpPr>
          <p:spPr>
            <a:xfrm>
              <a:off x="0" y="0"/>
              <a:ext cx="933832" cy="268181"/>
            </a:xfrm>
            <a:custGeom>
              <a:rect b="b" l="l" r="r" t="t"/>
              <a:pathLst>
                <a:path extrusionOk="0" h="268181" w="933832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8"/>
          <p:cNvSpPr/>
          <p:nvPr/>
        </p:nvSpPr>
        <p:spPr>
          <a:xfrm>
            <a:off x="4373279" y="4902568"/>
            <a:ext cx="3555185" cy="1018417"/>
          </a:xfrm>
          <a:custGeom>
            <a:rect b="b" l="l" r="r" t="t"/>
            <a:pathLst>
              <a:path extrusionOk="0" h="268181" w="936191">
                <a:moveTo>
                  <a:pt x="134091" y="0"/>
                </a:moveTo>
                <a:lnTo>
                  <a:pt x="802100" y="0"/>
                </a:lnTo>
                <a:cubicBezTo>
                  <a:pt x="876156" y="0"/>
                  <a:pt x="936191" y="60034"/>
                  <a:pt x="936191" y="134091"/>
                </a:cubicBezTo>
                <a:lnTo>
                  <a:pt x="936191" y="134091"/>
                </a:lnTo>
                <a:cubicBezTo>
                  <a:pt x="936191" y="169654"/>
                  <a:pt x="922063" y="203760"/>
                  <a:pt x="896917" y="228907"/>
                </a:cubicBezTo>
                <a:cubicBezTo>
                  <a:pt x="871770" y="254054"/>
                  <a:pt x="837663" y="268181"/>
                  <a:pt x="802100" y="268181"/>
                </a:cubicBezTo>
                <a:lnTo>
                  <a:pt x="134091" y="268181"/>
                </a:lnTo>
                <a:cubicBezTo>
                  <a:pt x="60034" y="268181"/>
                  <a:pt x="0" y="208147"/>
                  <a:pt x="0" y="134091"/>
                </a:cubicBezTo>
                <a:lnTo>
                  <a:pt x="0" y="134091"/>
                </a:lnTo>
                <a:cubicBezTo>
                  <a:pt x="0" y="60034"/>
                  <a:pt x="60034" y="0"/>
                  <a:pt x="134091" y="0"/>
                </a:cubicBezTo>
                <a:close/>
              </a:path>
            </a:pathLst>
          </a:custGeom>
          <a:solidFill>
            <a:srgbClr val="E3DAFD"/>
          </a:solidFill>
          <a:ln cap="rnd" cmpd="sng" w="1905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8"/>
          <p:cNvGrpSpPr/>
          <p:nvPr/>
        </p:nvGrpSpPr>
        <p:grpSpPr>
          <a:xfrm>
            <a:off x="10120967" y="1162118"/>
            <a:ext cx="4290224" cy="3467329"/>
            <a:chOff x="0" y="-47625"/>
            <a:chExt cx="1129928" cy="913200"/>
          </a:xfrm>
        </p:grpSpPr>
        <p:sp>
          <p:nvSpPr>
            <p:cNvPr id="130" name="Google Shape;130;p8"/>
            <p:cNvSpPr/>
            <p:nvPr/>
          </p:nvSpPr>
          <p:spPr>
            <a:xfrm>
              <a:off x="0" y="0"/>
              <a:ext cx="1129928" cy="865560"/>
            </a:xfrm>
            <a:custGeom>
              <a:rect b="b" l="l" r="r" t="t"/>
              <a:pathLst>
                <a:path extrusionOk="0" h="865560" w="1129928">
                  <a:moveTo>
                    <a:pt x="54137" y="0"/>
                  </a:moveTo>
                  <a:lnTo>
                    <a:pt x="1075791" y="0"/>
                  </a:lnTo>
                  <a:cubicBezTo>
                    <a:pt x="1090149" y="0"/>
                    <a:pt x="1103919" y="5704"/>
                    <a:pt x="1114072" y="15856"/>
                  </a:cubicBezTo>
                  <a:cubicBezTo>
                    <a:pt x="1124224" y="26009"/>
                    <a:pt x="1129928" y="39779"/>
                    <a:pt x="1129928" y="54137"/>
                  </a:cubicBezTo>
                  <a:lnTo>
                    <a:pt x="1129928" y="811423"/>
                  </a:lnTo>
                  <a:cubicBezTo>
                    <a:pt x="1129928" y="825781"/>
                    <a:pt x="1124224" y="839551"/>
                    <a:pt x="1114072" y="849703"/>
                  </a:cubicBezTo>
                  <a:cubicBezTo>
                    <a:pt x="1103919" y="859856"/>
                    <a:pt x="1090149" y="865560"/>
                    <a:pt x="1075791" y="865560"/>
                  </a:cubicBezTo>
                  <a:lnTo>
                    <a:pt x="54137" y="865560"/>
                  </a:lnTo>
                  <a:cubicBezTo>
                    <a:pt x="39779" y="865560"/>
                    <a:pt x="26009" y="859856"/>
                    <a:pt x="15856" y="849703"/>
                  </a:cubicBezTo>
                  <a:cubicBezTo>
                    <a:pt x="5704" y="839551"/>
                    <a:pt x="0" y="825781"/>
                    <a:pt x="0" y="811423"/>
                  </a:cubicBezTo>
                  <a:lnTo>
                    <a:pt x="0" y="54137"/>
                  </a:lnTo>
                  <a:cubicBezTo>
                    <a:pt x="0" y="39779"/>
                    <a:pt x="5704" y="26009"/>
                    <a:pt x="15856" y="15856"/>
                  </a:cubicBezTo>
                  <a:cubicBezTo>
                    <a:pt x="26009" y="5704"/>
                    <a:pt x="39779" y="0"/>
                    <a:pt x="54137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0" y="-47625"/>
              <a:ext cx="1129800" cy="9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10191229" y="4927481"/>
            <a:ext cx="3545925" cy="1199441"/>
            <a:chOff x="0" y="-47625"/>
            <a:chExt cx="933900" cy="315900"/>
          </a:xfrm>
        </p:grpSpPr>
        <p:sp>
          <p:nvSpPr>
            <p:cNvPr id="133" name="Google Shape;133;p8"/>
            <p:cNvSpPr/>
            <p:nvPr/>
          </p:nvSpPr>
          <p:spPr>
            <a:xfrm>
              <a:off x="0" y="0"/>
              <a:ext cx="933832" cy="268181"/>
            </a:xfrm>
            <a:custGeom>
              <a:rect b="b" l="l" r="r" t="t"/>
              <a:pathLst>
                <a:path extrusionOk="0" h="268181" w="933832">
                  <a:moveTo>
                    <a:pt x="134091" y="0"/>
                  </a:moveTo>
                  <a:lnTo>
                    <a:pt x="799741" y="0"/>
                  </a:lnTo>
                  <a:cubicBezTo>
                    <a:pt x="835304" y="0"/>
                    <a:pt x="869410" y="14127"/>
                    <a:pt x="894557" y="39274"/>
                  </a:cubicBezTo>
                  <a:cubicBezTo>
                    <a:pt x="919704" y="64421"/>
                    <a:pt x="933832" y="98528"/>
                    <a:pt x="933832" y="134091"/>
                  </a:cubicBezTo>
                  <a:lnTo>
                    <a:pt x="933832" y="134091"/>
                  </a:lnTo>
                  <a:cubicBezTo>
                    <a:pt x="933832" y="208147"/>
                    <a:pt x="873797" y="268181"/>
                    <a:pt x="799741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 txBox="1"/>
            <p:nvPr/>
          </p:nvSpPr>
          <p:spPr>
            <a:xfrm>
              <a:off x="0" y="-47625"/>
              <a:ext cx="9339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8"/>
          <p:cNvSpPr/>
          <p:nvPr/>
        </p:nvSpPr>
        <p:spPr>
          <a:xfrm>
            <a:off x="10186750" y="4902568"/>
            <a:ext cx="3555185" cy="1018417"/>
          </a:xfrm>
          <a:custGeom>
            <a:rect b="b" l="l" r="r" t="t"/>
            <a:pathLst>
              <a:path extrusionOk="0" h="268181" w="936191">
                <a:moveTo>
                  <a:pt x="134091" y="0"/>
                </a:moveTo>
                <a:lnTo>
                  <a:pt x="802100" y="0"/>
                </a:lnTo>
                <a:cubicBezTo>
                  <a:pt x="876156" y="0"/>
                  <a:pt x="936191" y="60034"/>
                  <a:pt x="936191" y="134091"/>
                </a:cubicBezTo>
                <a:lnTo>
                  <a:pt x="936191" y="134091"/>
                </a:lnTo>
                <a:cubicBezTo>
                  <a:pt x="936191" y="169654"/>
                  <a:pt x="922063" y="203760"/>
                  <a:pt x="896917" y="228907"/>
                </a:cubicBezTo>
                <a:cubicBezTo>
                  <a:pt x="871770" y="254054"/>
                  <a:pt x="837663" y="268181"/>
                  <a:pt x="802100" y="268181"/>
                </a:cubicBezTo>
                <a:lnTo>
                  <a:pt x="134091" y="268181"/>
                </a:lnTo>
                <a:cubicBezTo>
                  <a:pt x="60034" y="268181"/>
                  <a:pt x="0" y="208147"/>
                  <a:pt x="0" y="134091"/>
                </a:cubicBezTo>
                <a:lnTo>
                  <a:pt x="0" y="134091"/>
                </a:lnTo>
                <a:cubicBezTo>
                  <a:pt x="0" y="60034"/>
                  <a:pt x="60034" y="0"/>
                  <a:pt x="134091" y="0"/>
                </a:cubicBezTo>
                <a:close/>
              </a:path>
            </a:pathLst>
          </a:custGeom>
          <a:solidFill>
            <a:srgbClr val="FDD7C6"/>
          </a:solidFill>
          <a:ln cap="rnd" cmpd="sng" w="1905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3876813" y="6491975"/>
            <a:ext cx="46038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37" name="Google Shape;137;p8"/>
          <p:cNvSpPr txBox="1"/>
          <p:nvPr>
            <p:ph idx="2" type="body"/>
          </p:nvPr>
        </p:nvSpPr>
        <p:spPr>
          <a:xfrm>
            <a:off x="9662363" y="6491975"/>
            <a:ext cx="4603800" cy="30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4576713" y="5164325"/>
            <a:ext cx="32040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9" name="Google Shape;139;p8"/>
          <p:cNvSpPr txBox="1"/>
          <p:nvPr>
            <p:ph idx="3" type="title"/>
          </p:nvPr>
        </p:nvSpPr>
        <p:spPr>
          <a:xfrm>
            <a:off x="10342313" y="5164325"/>
            <a:ext cx="32040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0" name="Google Shape;140;p8"/>
          <p:cNvSpPr/>
          <p:nvPr>
            <p:ph idx="4" type="pic"/>
          </p:nvPr>
        </p:nvSpPr>
        <p:spPr>
          <a:xfrm>
            <a:off x="4210713" y="1113050"/>
            <a:ext cx="4170300" cy="3283500"/>
          </a:xfrm>
          <a:prstGeom prst="roundRect">
            <a:avLst>
              <a:gd fmla="val 39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"/>
          <p:cNvSpPr/>
          <p:nvPr>
            <p:ph idx="5" type="pic"/>
          </p:nvPr>
        </p:nvSpPr>
        <p:spPr>
          <a:xfrm>
            <a:off x="10046288" y="1113050"/>
            <a:ext cx="4170300" cy="3283500"/>
          </a:xfrm>
          <a:prstGeom prst="roundRect">
            <a:avLst>
              <a:gd fmla="val 39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 rotWithShape="1">
          <a:blip r:embed="rId2">
            <a:alphaModFix/>
          </a:blip>
          <a:srcRect b="0" l="66607" r="0" t="0"/>
          <a:stretch/>
        </p:blipFill>
        <p:spPr>
          <a:xfrm>
            <a:off x="-1" y="0"/>
            <a:ext cx="3426599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906480" y="3495333"/>
            <a:ext cx="5707880" cy="1199441"/>
            <a:chOff x="0" y="-47625"/>
            <a:chExt cx="1503300" cy="315900"/>
          </a:xfrm>
        </p:grpSpPr>
        <p:sp>
          <p:nvSpPr>
            <p:cNvPr id="145" name="Google Shape;145;p9"/>
            <p:cNvSpPr/>
            <p:nvPr/>
          </p:nvSpPr>
          <p:spPr>
            <a:xfrm>
              <a:off x="0" y="0"/>
              <a:ext cx="1503299" cy="268181"/>
            </a:xfrm>
            <a:custGeom>
              <a:rect b="b" l="l" r="r" t="t"/>
              <a:pathLst>
                <a:path extrusionOk="0" h="268181" w="1503299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9"/>
            <p:cNvSpPr txBox="1"/>
            <p:nvPr/>
          </p:nvSpPr>
          <p:spPr>
            <a:xfrm>
              <a:off x="0" y="-47625"/>
              <a:ext cx="1503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9"/>
          <p:cNvGrpSpPr/>
          <p:nvPr/>
        </p:nvGrpSpPr>
        <p:grpSpPr>
          <a:xfrm>
            <a:off x="2906480" y="6336959"/>
            <a:ext cx="5707880" cy="1199441"/>
            <a:chOff x="0" y="-47625"/>
            <a:chExt cx="1503300" cy="315900"/>
          </a:xfrm>
        </p:grpSpPr>
        <p:sp>
          <p:nvSpPr>
            <p:cNvPr id="148" name="Google Shape;148;p9"/>
            <p:cNvSpPr/>
            <p:nvPr/>
          </p:nvSpPr>
          <p:spPr>
            <a:xfrm>
              <a:off x="0" y="0"/>
              <a:ext cx="1503299" cy="268181"/>
            </a:xfrm>
            <a:custGeom>
              <a:rect b="b" l="l" r="r" t="t"/>
              <a:pathLst>
                <a:path extrusionOk="0" h="268181" w="1503299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 txBox="1"/>
            <p:nvPr/>
          </p:nvSpPr>
          <p:spPr>
            <a:xfrm>
              <a:off x="0" y="-47625"/>
              <a:ext cx="1503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9673684" y="3495333"/>
            <a:ext cx="5707880" cy="1199441"/>
            <a:chOff x="0" y="-47625"/>
            <a:chExt cx="1503300" cy="315900"/>
          </a:xfrm>
        </p:grpSpPr>
        <p:sp>
          <p:nvSpPr>
            <p:cNvPr id="151" name="Google Shape;151;p9"/>
            <p:cNvSpPr/>
            <p:nvPr/>
          </p:nvSpPr>
          <p:spPr>
            <a:xfrm>
              <a:off x="0" y="0"/>
              <a:ext cx="1503299" cy="268181"/>
            </a:xfrm>
            <a:custGeom>
              <a:rect b="b" l="l" r="r" t="t"/>
              <a:pathLst>
                <a:path extrusionOk="0" h="268181" w="1503299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9"/>
            <p:cNvSpPr txBox="1"/>
            <p:nvPr/>
          </p:nvSpPr>
          <p:spPr>
            <a:xfrm>
              <a:off x="0" y="-47625"/>
              <a:ext cx="1503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9"/>
          <p:cNvGrpSpPr/>
          <p:nvPr/>
        </p:nvGrpSpPr>
        <p:grpSpPr>
          <a:xfrm>
            <a:off x="9673684" y="6336959"/>
            <a:ext cx="5707880" cy="1199441"/>
            <a:chOff x="0" y="-47625"/>
            <a:chExt cx="1503300" cy="315900"/>
          </a:xfrm>
        </p:grpSpPr>
        <p:sp>
          <p:nvSpPr>
            <p:cNvPr id="154" name="Google Shape;154;p9"/>
            <p:cNvSpPr/>
            <p:nvPr/>
          </p:nvSpPr>
          <p:spPr>
            <a:xfrm>
              <a:off x="0" y="0"/>
              <a:ext cx="1503299" cy="268181"/>
            </a:xfrm>
            <a:custGeom>
              <a:rect b="b" l="l" r="r" t="t"/>
              <a:pathLst>
                <a:path extrusionOk="0" h="268181" w="1503299">
                  <a:moveTo>
                    <a:pt x="134091" y="0"/>
                  </a:moveTo>
                  <a:lnTo>
                    <a:pt x="1369208" y="0"/>
                  </a:lnTo>
                  <a:cubicBezTo>
                    <a:pt x="1443264" y="0"/>
                    <a:pt x="1503299" y="60034"/>
                    <a:pt x="1503299" y="134091"/>
                  </a:cubicBezTo>
                  <a:lnTo>
                    <a:pt x="1503299" y="134091"/>
                  </a:lnTo>
                  <a:cubicBezTo>
                    <a:pt x="1503299" y="169654"/>
                    <a:pt x="1489171" y="203760"/>
                    <a:pt x="1464024" y="228907"/>
                  </a:cubicBezTo>
                  <a:cubicBezTo>
                    <a:pt x="1438877" y="254054"/>
                    <a:pt x="1404771" y="268181"/>
                    <a:pt x="1369208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9"/>
            <p:cNvSpPr txBox="1"/>
            <p:nvPr/>
          </p:nvSpPr>
          <p:spPr>
            <a:xfrm>
              <a:off x="0" y="-47625"/>
              <a:ext cx="1503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9"/>
          <p:cNvGrpSpPr/>
          <p:nvPr/>
        </p:nvGrpSpPr>
        <p:grpSpPr>
          <a:xfrm>
            <a:off x="2899270" y="3289593"/>
            <a:ext cx="5722688" cy="1199441"/>
            <a:chOff x="0" y="-47625"/>
            <a:chExt cx="1507200" cy="315900"/>
          </a:xfrm>
        </p:grpSpPr>
        <p:sp>
          <p:nvSpPr>
            <p:cNvPr id="157" name="Google Shape;157;p9"/>
            <p:cNvSpPr/>
            <p:nvPr/>
          </p:nvSpPr>
          <p:spPr>
            <a:xfrm>
              <a:off x="0" y="0"/>
              <a:ext cx="1507097" cy="268181"/>
            </a:xfrm>
            <a:custGeom>
              <a:rect b="b" l="l" r="r" t="t"/>
              <a:pathLst>
                <a:path extrusionOk="0" h="268181" w="1507097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9"/>
            <p:cNvSpPr txBox="1"/>
            <p:nvPr/>
          </p:nvSpPr>
          <p:spPr>
            <a:xfrm>
              <a:off x="0" y="-47625"/>
              <a:ext cx="1507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9"/>
          <p:cNvGrpSpPr/>
          <p:nvPr/>
        </p:nvGrpSpPr>
        <p:grpSpPr>
          <a:xfrm>
            <a:off x="2899270" y="6131219"/>
            <a:ext cx="5722688" cy="1199441"/>
            <a:chOff x="0" y="-47625"/>
            <a:chExt cx="1507200" cy="315900"/>
          </a:xfrm>
        </p:grpSpPr>
        <p:sp>
          <p:nvSpPr>
            <p:cNvPr id="160" name="Google Shape;160;p9"/>
            <p:cNvSpPr/>
            <p:nvPr/>
          </p:nvSpPr>
          <p:spPr>
            <a:xfrm>
              <a:off x="0" y="0"/>
              <a:ext cx="1507097" cy="268181"/>
            </a:xfrm>
            <a:custGeom>
              <a:rect b="b" l="l" r="r" t="t"/>
              <a:pathLst>
                <a:path extrusionOk="0" h="268181" w="1507097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E3DAF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9"/>
            <p:cNvSpPr txBox="1"/>
            <p:nvPr/>
          </p:nvSpPr>
          <p:spPr>
            <a:xfrm>
              <a:off x="0" y="-47625"/>
              <a:ext cx="1507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9"/>
          <p:cNvGrpSpPr/>
          <p:nvPr/>
        </p:nvGrpSpPr>
        <p:grpSpPr>
          <a:xfrm>
            <a:off x="9666473" y="3289593"/>
            <a:ext cx="5722688" cy="1199441"/>
            <a:chOff x="0" y="-47625"/>
            <a:chExt cx="1507200" cy="315900"/>
          </a:xfrm>
        </p:grpSpPr>
        <p:sp>
          <p:nvSpPr>
            <p:cNvPr id="163" name="Google Shape;163;p9"/>
            <p:cNvSpPr/>
            <p:nvPr/>
          </p:nvSpPr>
          <p:spPr>
            <a:xfrm>
              <a:off x="0" y="0"/>
              <a:ext cx="1507097" cy="268181"/>
            </a:xfrm>
            <a:custGeom>
              <a:rect b="b" l="l" r="r" t="t"/>
              <a:pathLst>
                <a:path extrusionOk="0" h="268181" w="1507097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DAF3F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9"/>
            <p:cNvSpPr txBox="1"/>
            <p:nvPr/>
          </p:nvSpPr>
          <p:spPr>
            <a:xfrm>
              <a:off x="0" y="-47625"/>
              <a:ext cx="1507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9"/>
          <p:cNvGrpSpPr/>
          <p:nvPr/>
        </p:nvGrpSpPr>
        <p:grpSpPr>
          <a:xfrm>
            <a:off x="9666473" y="6131219"/>
            <a:ext cx="5722688" cy="1199441"/>
            <a:chOff x="0" y="-47625"/>
            <a:chExt cx="1507200" cy="315900"/>
          </a:xfrm>
        </p:grpSpPr>
        <p:sp>
          <p:nvSpPr>
            <p:cNvPr id="166" name="Google Shape;166;p9"/>
            <p:cNvSpPr/>
            <p:nvPr/>
          </p:nvSpPr>
          <p:spPr>
            <a:xfrm>
              <a:off x="0" y="0"/>
              <a:ext cx="1507097" cy="268181"/>
            </a:xfrm>
            <a:custGeom>
              <a:rect b="b" l="l" r="r" t="t"/>
              <a:pathLst>
                <a:path extrusionOk="0" h="268181" w="1507097">
                  <a:moveTo>
                    <a:pt x="134091" y="0"/>
                  </a:moveTo>
                  <a:lnTo>
                    <a:pt x="1373006" y="0"/>
                  </a:lnTo>
                  <a:cubicBezTo>
                    <a:pt x="1408569" y="0"/>
                    <a:pt x="1442676" y="14127"/>
                    <a:pt x="1467822" y="39274"/>
                  </a:cubicBezTo>
                  <a:cubicBezTo>
                    <a:pt x="1492969" y="64421"/>
                    <a:pt x="1507097" y="98528"/>
                    <a:pt x="1507097" y="134091"/>
                  </a:cubicBezTo>
                  <a:lnTo>
                    <a:pt x="1507097" y="134091"/>
                  </a:lnTo>
                  <a:cubicBezTo>
                    <a:pt x="1507097" y="208147"/>
                    <a:pt x="1447062" y="268181"/>
                    <a:pt x="1373006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FFE7E7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9"/>
            <p:cNvSpPr txBox="1"/>
            <p:nvPr/>
          </p:nvSpPr>
          <p:spPr>
            <a:xfrm>
              <a:off x="0" y="-47625"/>
              <a:ext cx="15072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9"/>
          <p:cNvSpPr txBox="1"/>
          <p:nvPr>
            <p:ph type="title"/>
          </p:nvPr>
        </p:nvSpPr>
        <p:spPr>
          <a:xfrm>
            <a:off x="2030700" y="1069525"/>
            <a:ext cx="142266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None/>
              <a:defRPr i="0" sz="100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ork Sans Medium"/>
              <a:buNone/>
              <a:defRPr sz="18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69" name="Google Shape;169;p9"/>
          <p:cNvSpPr txBox="1"/>
          <p:nvPr>
            <p:ph idx="2" type="title"/>
          </p:nvPr>
        </p:nvSpPr>
        <p:spPr>
          <a:xfrm>
            <a:off x="3319725" y="3686550"/>
            <a:ext cx="48813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0" name="Google Shape;170;p9"/>
          <p:cNvSpPr txBox="1"/>
          <p:nvPr>
            <p:ph idx="3" type="title"/>
          </p:nvPr>
        </p:nvSpPr>
        <p:spPr>
          <a:xfrm>
            <a:off x="10086925" y="3686550"/>
            <a:ext cx="48813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1" name="Google Shape;171;p9"/>
          <p:cNvSpPr txBox="1"/>
          <p:nvPr>
            <p:ph idx="4" type="title"/>
          </p:nvPr>
        </p:nvSpPr>
        <p:spPr>
          <a:xfrm>
            <a:off x="3319725" y="6519625"/>
            <a:ext cx="48813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2" name="Google Shape;172;p9"/>
          <p:cNvSpPr txBox="1"/>
          <p:nvPr>
            <p:ph idx="5" type="title"/>
          </p:nvPr>
        </p:nvSpPr>
        <p:spPr>
          <a:xfrm>
            <a:off x="10086925" y="6519625"/>
            <a:ext cx="48813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SemiBold"/>
              <a:buNone/>
              <a:defRPr i="0" sz="2400" u="none" cap="none" strike="noStrike">
                <a:solidFill>
                  <a:schemeClr val="dk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3" name="Google Shape;173;p9"/>
          <p:cNvSpPr txBox="1"/>
          <p:nvPr>
            <p:ph idx="1" type="body"/>
          </p:nvPr>
        </p:nvSpPr>
        <p:spPr>
          <a:xfrm>
            <a:off x="3319725" y="4880050"/>
            <a:ext cx="48813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74" name="Google Shape;174;p9"/>
          <p:cNvSpPr txBox="1"/>
          <p:nvPr>
            <p:ph idx="6" type="body"/>
          </p:nvPr>
        </p:nvSpPr>
        <p:spPr>
          <a:xfrm>
            <a:off x="10087163" y="4880050"/>
            <a:ext cx="48813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75" name="Google Shape;175;p9"/>
          <p:cNvSpPr txBox="1"/>
          <p:nvPr>
            <p:ph idx="7" type="body"/>
          </p:nvPr>
        </p:nvSpPr>
        <p:spPr>
          <a:xfrm>
            <a:off x="3319725" y="7774175"/>
            <a:ext cx="48813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176" name="Google Shape;176;p9"/>
          <p:cNvSpPr txBox="1"/>
          <p:nvPr>
            <p:ph idx="8" type="body"/>
          </p:nvPr>
        </p:nvSpPr>
        <p:spPr>
          <a:xfrm>
            <a:off x="10087163" y="7774175"/>
            <a:ext cx="48813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6195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6195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619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–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619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»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6195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6195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6195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6195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Work Sans"/>
              <a:buChar char="•"/>
              <a:defRPr i="0" sz="21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0"/>
          <p:cNvPicPr preferRelativeResize="0"/>
          <p:nvPr/>
        </p:nvPicPr>
        <p:blipFill rotWithShape="1">
          <a:blip r:embed="rId2">
            <a:alphaModFix/>
          </a:blip>
          <a:srcRect b="4897" l="8056" r="7046" t="25343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1032325" y="3087150"/>
            <a:ext cx="16224600" cy="4112700"/>
          </a:xfrm>
          <a:prstGeom prst="roundRect">
            <a:avLst>
              <a:gd fmla="val 5276" name="adj"/>
            </a:avLst>
          </a:prstGeom>
          <a:solidFill>
            <a:srgbClr val="FDD7C6"/>
          </a:solidFill>
          <a:ln cap="rnd" cmpd="sng" w="1905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0" name="Google Shape;180;p10"/>
          <p:cNvSpPr txBox="1"/>
          <p:nvPr>
            <p:ph type="title"/>
          </p:nvPr>
        </p:nvSpPr>
        <p:spPr>
          <a:xfrm>
            <a:off x="1614950" y="4228657"/>
            <a:ext cx="82296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i="0" sz="70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1" name="Google Shape;181;p10"/>
          <p:cNvSpPr txBox="1"/>
          <p:nvPr>
            <p:ph idx="1" type="body"/>
          </p:nvPr>
        </p:nvSpPr>
        <p:spPr>
          <a:xfrm>
            <a:off x="10367600" y="3494850"/>
            <a:ext cx="6484200" cy="3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556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556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»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1"/>
          <p:cNvPicPr preferRelativeResize="0"/>
          <p:nvPr/>
        </p:nvPicPr>
        <p:blipFill rotWithShape="1">
          <a:blip r:embed="rId2">
            <a:alphaModFix/>
          </a:blip>
          <a:srcRect b="23970" l="21123" r="21428" t="5026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/>
          <p:nvPr/>
        </p:nvSpPr>
        <p:spPr>
          <a:xfrm>
            <a:off x="1032325" y="3087150"/>
            <a:ext cx="16224600" cy="4112700"/>
          </a:xfrm>
          <a:prstGeom prst="roundRect">
            <a:avLst>
              <a:gd fmla="val 5276" name="adj"/>
            </a:avLst>
          </a:prstGeom>
          <a:solidFill>
            <a:schemeClr val="lt1"/>
          </a:solidFill>
          <a:ln cap="rnd" cmpd="sng" w="19050">
            <a:solidFill>
              <a:srgbClr val="1C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5" name="Google Shape;185;p11"/>
          <p:cNvSpPr txBox="1"/>
          <p:nvPr>
            <p:ph type="title"/>
          </p:nvPr>
        </p:nvSpPr>
        <p:spPr>
          <a:xfrm>
            <a:off x="1614950" y="4228657"/>
            <a:ext cx="82296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i="0" sz="7000" u="none" cap="none" strike="noStrike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10367600" y="3494850"/>
            <a:ext cx="6484200" cy="3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556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556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»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8F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78557"/>
            <a:ext cx="82296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Work Sans Medium"/>
              <a:buNone/>
              <a:defRPr i="0" sz="70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3083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556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556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–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»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ork Sans"/>
              <a:buChar char="•"/>
              <a:defRPr i="0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8F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2" title="Screenshot 2025-10-07 at 4.21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200" y="3565750"/>
            <a:ext cx="9518223" cy="426182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2"/>
          <p:cNvSpPr txBox="1"/>
          <p:nvPr/>
        </p:nvSpPr>
        <p:spPr>
          <a:xfrm>
            <a:off x="1753229" y="4020013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1842325" y="4251891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1931421" y="4476630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842325" y="4679809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1931421" y="4911686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Date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020517" y="5136425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Date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2020517" y="5339744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Date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1931421" y="5571487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Date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1931421" y="5767804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Boolean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1963399" y="5956841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Boolean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1963399" y="6145892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Boolean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947410" y="6391773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Boolean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1963399" y="6623920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Boolean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970539" y="6841516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Boolean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2020523" y="7101949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Boolean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2016488" y="7248026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JSON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2020522" y="7443786"/>
            <a:ext cx="8499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JSON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4787062" y="5889750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Float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5582932" y="6103779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5629205" y="6335931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7810050" y="3826397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8481075" y="4020013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8570171" y="4251891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8398878" y="4476624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8487973" y="4679946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Float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8570171" y="4933250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8316593" y="5108007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8316593" y="5339881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8077290" y="5536056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String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8748315" y="5710813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8837411" y="5935552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8837411" y="6081753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8926507" y="6306492"/>
            <a:ext cx="671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425" lIns="53425" spcFirstLastPara="1" rIns="53425" wrap="square" tIns="53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9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Integer</a:t>
            </a:r>
            <a:endParaRPr sz="1169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517200" y="2481000"/>
            <a:ext cx="93987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99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Schema Map</a:t>
            </a:r>
            <a:endParaRPr sz="1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10233275" y="2475950"/>
            <a:ext cx="80028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99">
                <a:solidFill>
                  <a:srgbClr val="1C1C1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Database</a:t>
            </a:r>
            <a:endParaRPr sz="1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grpSp>
        <p:nvGrpSpPr>
          <p:cNvPr id="227" name="Google Shape;227;p12"/>
          <p:cNvGrpSpPr/>
          <p:nvPr/>
        </p:nvGrpSpPr>
        <p:grpSpPr>
          <a:xfrm>
            <a:off x="6413984" y="457888"/>
            <a:ext cx="6462735" cy="1199441"/>
            <a:chOff x="0" y="-47625"/>
            <a:chExt cx="1193135" cy="315900"/>
          </a:xfrm>
        </p:grpSpPr>
        <p:sp>
          <p:nvSpPr>
            <p:cNvPr id="228" name="Google Shape;228;p12"/>
            <p:cNvSpPr/>
            <p:nvPr/>
          </p:nvSpPr>
          <p:spPr>
            <a:xfrm>
              <a:off x="0" y="0"/>
              <a:ext cx="1193135" cy="268181"/>
            </a:xfrm>
            <a:custGeom>
              <a:rect b="b" l="l" r="r" t="t"/>
              <a:pathLst>
                <a:path extrusionOk="0" h="268181" w="1193135">
                  <a:moveTo>
                    <a:pt x="134091" y="0"/>
                  </a:moveTo>
                  <a:lnTo>
                    <a:pt x="1059045" y="0"/>
                  </a:lnTo>
                  <a:cubicBezTo>
                    <a:pt x="1133101" y="0"/>
                    <a:pt x="1193135" y="60034"/>
                    <a:pt x="1193135" y="134091"/>
                  </a:cubicBezTo>
                  <a:lnTo>
                    <a:pt x="1193135" y="134091"/>
                  </a:lnTo>
                  <a:cubicBezTo>
                    <a:pt x="1193135" y="169654"/>
                    <a:pt x="1179008" y="203760"/>
                    <a:pt x="1153861" y="228907"/>
                  </a:cubicBezTo>
                  <a:cubicBezTo>
                    <a:pt x="1128714" y="254054"/>
                    <a:pt x="1094608" y="268181"/>
                    <a:pt x="1059045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 txBox="1"/>
            <p:nvPr/>
          </p:nvSpPr>
          <p:spPr>
            <a:xfrm>
              <a:off x="0" y="-47625"/>
              <a:ext cx="11931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2"/>
          <p:cNvGrpSpPr/>
          <p:nvPr/>
        </p:nvGrpSpPr>
        <p:grpSpPr>
          <a:xfrm>
            <a:off x="6405821" y="252150"/>
            <a:ext cx="6479368" cy="1199441"/>
            <a:chOff x="0" y="-47625"/>
            <a:chExt cx="1196206" cy="315900"/>
          </a:xfrm>
        </p:grpSpPr>
        <p:sp>
          <p:nvSpPr>
            <p:cNvPr id="231" name="Google Shape;231;p12"/>
            <p:cNvSpPr/>
            <p:nvPr/>
          </p:nvSpPr>
          <p:spPr>
            <a:xfrm>
              <a:off x="0" y="0"/>
              <a:ext cx="1196150" cy="268181"/>
            </a:xfrm>
            <a:custGeom>
              <a:rect b="b" l="l" r="r" t="t"/>
              <a:pathLst>
                <a:path extrusionOk="0" h="268181" w="1196150">
                  <a:moveTo>
                    <a:pt x="134091" y="0"/>
                  </a:moveTo>
                  <a:lnTo>
                    <a:pt x="1062059" y="0"/>
                  </a:lnTo>
                  <a:cubicBezTo>
                    <a:pt x="1097622" y="0"/>
                    <a:pt x="1131729" y="14127"/>
                    <a:pt x="1156876" y="39274"/>
                  </a:cubicBezTo>
                  <a:cubicBezTo>
                    <a:pt x="1182023" y="64421"/>
                    <a:pt x="1196150" y="98528"/>
                    <a:pt x="1196150" y="134091"/>
                  </a:cubicBezTo>
                  <a:lnTo>
                    <a:pt x="1196150" y="134091"/>
                  </a:lnTo>
                  <a:cubicBezTo>
                    <a:pt x="1196150" y="208147"/>
                    <a:pt x="1136115" y="268181"/>
                    <a:pt x="1062059" y="268181"/>
                  </a:cubicBezTo>
                  <a:lnTo>
                    <a:pt x="134091" y="268181"/>
                  </a:lnTo>
                  <a:cubicBezTo>
                    <a:pt x="60034" y="268181"/>
                    <a:pt x="0" y="208147"/>
                    <a:pt x="0" y="134091"/>
                  </a:cubicBezTo>
                  <a:lnTo>
                    <a:pt x="0" y="134091"/>
                  </a:lnTo>
                  <a:cubicBezTo>
                    <a:pt x="0" y="60034"/>
                    <a:pt x="60034" y="0"/>
                    <a:pt x="134091" y="0"/>
                  </a:cubicBezTo>
                  <a:close/>
                </a:path>
              </a:pathLst>
            </a:custGeom>
            <a:solidFill>
              <a:srgbClr val="CADDAD"/>
            </a:solidFill>
            <a:ln cap="rnd" cmpd="sng" w="19050">
              <a:solidFill>
                <a:srgbClr val="1C1C1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319906" y="-47625"/>
              <a:ext cx="876300" cy="31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2"/>
          <p:cNvSpPr txBox="1"/>
          <p:nvPr/>
        </p:nvSpPr>
        <p:spPr>
          <a:xfrm>
            <a:off x="6898285" y="783263"/>
            <a:ext cx="54939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6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1C1C1C"/>
                </a:solidFill>
                <a:latin typeface="Work Sans"/>
                <a:ea typeface="Work Sans"/>
                <a:cs typeface="Work Sans"/>
                <a:sym typeface="Work Sans"/>
              </a:rPr>
              <a:t>DATABASE Setup</a:t>
            </a:r>
            <a:endParaRPr b="1" sz="2300"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34" name="Google Shape;234;p12" title="Screenshot 2025-10-08 at 10.15.0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33265" y="3640647"/>
            <a:ext cx="7222513" cy="411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